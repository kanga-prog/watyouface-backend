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FE8"/>
                </a:solidFill>
              </a:rPr>
              <a:t>WatYouFace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828"/>
                </a:solidFill>
              </a:rPr>
              <a:t>Concepteur développeur d’applications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4FE8"/>
                </a:solidFill>
              </a:rPr>
              <a:t>Dossier de soutenance — RNCP niveau 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Feed • Chat • Marketplace</a:t>
            </a:r>
            <a:endParaRPr lang="en-US" sz="1800" dirty="0"/>
          </a:p>
        </p:txBody>
      </p:sp>
      <p:pic>
        <p:nvPicPr>
          <p:cNvPr id="6" name="Image 0" descr="/mnt/data/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14400"/>
            <a:ext cx="5029200" cy="2651760"/>
          </a:xfrm>
          <a:prstGeom prst="rect">
            <a:avLst/>
          </a:prstGeom>
        </p:spPr>
      </p:pic>
      <p:pic>
        <p:nvPicPr>
          <p:cNvPr id="7" name="Image 1" descr="/mnt/data/Mobile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657600"/>
            <a:ext cx="164592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120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</a:rPr>
              <a:t>Kouakou Brice Kanga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</a:rPr>
              <a:t>Holberton School Paris — Spécialisation Cybersécurité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</a:rPr>
              <a:t>Session 2026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Problème et objectif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Pourquoi WatYouFace 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Centraliser trois usages communautaires : publier, discuter et échanger.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Contrôler identité, autorisations et règles métier côté serveur.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Construire un projet RNCP démontrable de bout en bout : besoin → conception → code → tests → sécurité → déploiement.</a:t>
            </a:r>
            <a:endParaRPr lang="en-US" sz="1800" dirty="0"/>
          </a:p>
        </p:txBody>
      </p:sp>
      <p:pic>
        <p:nvPicPr>
          <p:cNvPr id="6" name="Image 0" descr="/mnt/data/Market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54480"/>
            <a:ext cx="530352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49834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4FE8"/>
          </a:solidFill>
          <a:ln w="12700">
            <a:solidFill>
              <a:srgbClr val="1E4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505663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0" y="49834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1312" y="505663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784080" y="498348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57232" y="505663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Périmètre fonctionnel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Trois piliers, un même espace authentifié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3949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Feed : publier, modifier/supprimer ses contenus, commenter, liker sans auto-like.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Chat : conversations privées, contrôle d’appartenance, WebSocket/STOMP.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Marketplace : annonces, demande d’achat, transitions d’état, paiement de démonstration, wallet.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Profil : identité, avatar, documents et informations privées.</a:t>
            </a:r>
            <a:endParaRPr lang="en-US" sz="1600" dirty="0"/>
          </a:p>
        </p:txBody>
      </p:sp>
      <p:pic>
        <p:nvPicPr>
          <p:cNvPr id="6" name="Image 0" descr="/mnt/data/Mobil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1645920" cy="3931920"/>
          </a:xfrm>
          <a:prstGeom prst="rect">
            <a:avLst/>
          </a:prstGeom>
        </p:spPr>
      </p:pic>
      <p:pic>
        <p:nvPicPr>
          <p:cNvPr id="7" name="Image 1" descr="/mnt/data/Mobile-chat-actualise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17320"/>
            <a:ext cx="1645920" cy="3931920"/>
          </a:xfrm>
          <a:prstGeom prst="rect">
            <a:avLst/>
          </a:prstGeom>
        </p:spPr>
      </p:pic>
      <p:pic>
        <p:nvPicPr>
          <p:cNvPr id="8" name="Image 2" descr="/mnt/data/Mbile-marcketPl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417320"/>
            <a:ext cx="1645920" cy="3931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Gestion du projet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Traçabilité et progression par phases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54864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36 tâches, 15 epics, jalons, dépendances et Definition of Done.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31 issues préparées pour relier exigences, branches, tests et preuves.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Rapports de phase + source de vérité + preuves + livrables en parallèle.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Écart encore ouvert : plusieurs worktrees sont mélangés, Git/PR à régulariser.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38912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Workflow RNCP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0" y="24231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Travail technique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Preuves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Source de vérité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Dossier projet / DP / Slides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SPA React + API Spring Boot + PostgreSQL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2743200" cy="1143000"/>
          </a:xfrm>
          <a:prstGeom prst="roundRect">
            <a:avLst/>
          </a:prstGeom>
          <a:solidFill>
            <a:srgbClr val="EEF4FF"/>
          </a:solidFill>
          <a:ln w="19050">
            <a:solidFill>
              <a:srgbClr val="1E4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0487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Frontend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React 19 + Vite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914400" cy="64008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3108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REST / STOMP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2926080" cy="1143000"/>
          </a:xfrm>
          <a:prstGeom prst="roundRect">
            <a:avLst/>
          </a:prstGeom>
          <a:solidFill>
            <a:srgbClr val="ECFDF3"/>
          </a:solidFill>
          <a:ln w="19050">
            <a:solidFill>
              <a:srgbClr val="027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4048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A48"/>
                </a:solidFill>
              </a:rPr>
              <a:t>Backend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27A48"/>
                </a:solidFill>
              </a:rPr>
              <a:t>Spring Boot 3.3.5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26680" y="2331720"/>
            <a:ext cx="914400" cy="64008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32520" y="2103120"/>
            <a:ext cx="2560320" cy="1143000"/>
          </a:xfrm>
          <a:prstGeom prst="roundRect">
            <a:avLst/>
          </a:prstGeom>
          <a:solidFill>
            <a:srgbClr val="EFF8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2404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Données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PostgreSQL + JPA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Backend en couches : controller → service → repository → entity/JPA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Données et transactions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PostgreSQL comme base cible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5778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14 entités modélisées : User, Post, Conversation, Message, Listing, Wallet, Transaction…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MCD, MLD, MPD, contraintes et index documentés.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Contrainte anti-double-paiement appliquée sur PostgreSQL réel.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Tests PostgreSQL : commit, rollback, unicité, concurrence et solde insuffisant.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2976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Paiement sécurisé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0" y="251460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Garde métier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Transaction Spring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Verrou / concurrence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Contrainte PostgreSQL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Frontend et responsive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Recette réelle desktop et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pic>
        <p:nvPicPr>
          <p:cNvPr id="5" name="Image 0" descr="/mnt/data/Desktop-actualisé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212080" cy="2971800"/>
          </a:xfrm>
          <a:prstGeom prst="rect">
            <a:avLst/>
          </a:prstGeom>
        </p:spPr>
      </p:pic>
      <p:pic>
        <p:nvPicPr>
          <p:cNvPr id="6" name="Image 1" descr="/mnt/data/Mobile-profile-Actu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1828800" cy="3931920"/>
          </a:xfrm>
          <a:prstGeom prst="rect">
            <a:avLst/>
          </a:prstGeom>
        </p:spPr>
      </p:pic>
      <p:pic>
        <p:nvPicPr>
          <p:cNvPr id="7" name="Image 2" descr="/mnt/data/Mobile-chat-actualise(1)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325880"/>
            <a:ext cx="1828800" cy="3931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51663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7A48"/>
                </a:solidFill>
              </a:rPr>
              <a:t>Phase 9 : 10 scénarios visuels PASS • 14 tests frontend PASS • lint PASS • build PASS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Backend et règles métier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Autorisation, validation et cohérence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4864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Auth : login valide/invalide + contrat requis.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Feed : ownership au niveau API, auto-like refusé.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Chat : membership REST, contrôles STOMP au niveau intercepteur.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Marketplace : transitions, double paiement, concurrence, rollback.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Erreurs HTTP : 400 / 401 / 403 / 404 / 409 structurées.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737360"/>
            <a:ext cx="4480560" cy="3291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4708"/>
                </a:solidFill>
              </a:rPr>
              <a:t>Authentification ≠ Autorisation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0" y="2743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Qui es-tu 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Que peux-tu faire 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Cette ressource t’appartient-elle 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Sécurité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De l’audit aux preuves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Secrets externalisés, CORS centralisé, headers de sécurité.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IDOR/BOLA : contrôles owner/member/role côté serveur.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Rate limiting login : 5 échecs/IP/60 s, 429 + Retry-After.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npm audit : 1 critique + 2 high → 0 vulnérabilité connue.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</a:rPr>
              <a:t>Risque JWT localStorage identifié : migration vers cookie HttpOnly décidée avant Phase 12.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12280" y="1645920"/>
            <a:ext cx="429768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Méthode sécurité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0" y="256032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Risque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Mesure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Test / preuve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Risque résiduel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Tests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Pyramide de preuves déjà en place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54480"/>
            <a:ext cx="4754880" cy="4114800"/>
          </a:xfrm>
          <a:prstGeom prst="triangle">
            <a:avLst/>
          </a:prstGeom>
          <a:solidFill>
            <a:srgbClr val="EAF0FF"/>
          </a:solidFill>
          <a:ln w="15240">
            <a:solidFill>
              <a:srgbClr val="1E4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Recette navigateur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MockMvc / API / STOMP composants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Services / sécurité / métier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PostgreSQL / transactions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754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Phase 11B : 47 tests backend comptabilisés ; 5 PostgreSQL dédiés PASS.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Frontend : 14/14 tests PASS, lint PASS, build PASS.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</a:rPr>
              <a:t>La Phase 12 consolidera stratégie, non-régression et matrice exigences ↔ tests.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État d’avancement RNCP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Ce qui est clôturé et ce qui reste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904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1–8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Cadrage → Données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5740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551176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2432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596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Backend / métier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118104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191256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163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68503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5818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JWT HttpOnly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3251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297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Tests &amp; qualité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81888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892040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864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Déploiement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5385816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545896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5431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DevOps CI/CD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0" y="1554480"/>
            <a:ext cx="448056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FE8"/>
                </a:solidFill>
              </a:rPr>
              <a:t>Priorités restantes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40880" y="2468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</a:rPr>
              <a:t>1. Migrer JWT → HttpOnly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</a:rPr>
              <a:t>2. Consolider tests / qualité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</a:rPr>
              <a:t>3. Déployer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</a:rPr>
              <a:t>4. Construire CI/CD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</a:rPr>
              <a:t>5. Finaliser dossier / DP / slides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Conclusion provisoire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WatYouFace comme preuve de conception sécurisée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7780">
            <a:solidFill>
              <a:srgbClr val="1E4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57607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Le projet couvre déjà fortement C1 à C9.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La sécurité est démontrée par des décisions, contrôles et tests — pas seulement par des déclarations.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Les prochaines phases doivent renforcer C10 et C11 : déploiement, CI/CD, exploitation.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</a:rPr>
              <a:t>Les trois livrables RNCP sont désormais consolidés progressivement à partir d’une source de vérité commune.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4FE8"/>
                </a:solidFill>
              </a:rPr>
              <a:t>Objectif final : une démonstration cohérente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E4FE8"/>
                </a:solidFill>
              </a:rPr>
              <a:t>Besoin → Architecture → Code → Sécurité → Tests → Déploiement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WatYouFace • RNCP6 CDA • V0.2  | 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Holberton School Paris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Présentation WatYouFace RNCP6 V0.2</dc:title>
  <dc:subject>WatYouFace RNCP6 CDA</dc:subject>
  <dc:creator>Kouakou Brice Kanga</dc:creator>
  <cp:lastModifiedBy>Kouakou Brice Kanga</cp:lastModifiedBy>
  <cp:revision>1</cp:revision>
  <dcterms:created xsi:type="dcterms:W3CDTF">2026-10-09T14:08:18Z</dcterms:created>
  <dcterms:modified xsi:type="dcterms:W3CDTF">2026-10-09T14:08:18Z</dcterms:modified>
</cp:coreProperties>
</file>